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6"/>
  </p:normalViewPr>
  <p:slideViewPr>
    <p:cSldViewPr snapToGrid="0">
      <p:cViewPr varScale="1">
        <p:scale>
          <a:sx n="105" d="100"/>
          <a:sy n="105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7265C-98BF-D96E-3160-6822DD25D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E3DBF8-8F34-E636-7ED7-132D67C49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A98D09-FE53-A368-8DEE-8506BCF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BE1572-157C-AEE9-4A18-207A4B9F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88FCB9-79F2-0C9D-064A-EBCC0E94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7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E63BA-D2BB-755F-B12E-11877CF4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40148-27FF-96A3-648B-6D57E957E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75A449-DC54-7088-0131-34A4FA7F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3BF472-02FE-B1F2-0240-68EF46279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DE8585-2E71-64A2-6DB1-0C48F5CB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36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BD7EF-9CE5-6ABF-ABEE-F8A424866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5C5BDC-397B-CB1C-86B7-647411273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A0ED9D-3EE5-062B-D9BE-18265D48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3E3C4A-2128-89BC-1B16-89988D391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712D3E-CED8-F398-65CE-0D34CA7E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13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69A7B-C182-7A5F-9121-F947EF88F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3729C3-35B1-C63F-929C-087FAAECF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288581-3332-B90E-CBB6-835C387B3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7D2E77-D268-7A9F-7610-1A895BBBA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F8E93A-C5C5-7E93-58AC-90608707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FD986A-D9BE-C232-F06F-01CDB0D7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3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57EFA-86A4-38BD-1B78-5ED6ABF3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B749B3-0CF2-1B03-DD69-8A7941BDF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A79DB1-365C-6344-4C11-D7087ACCB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9344CF-69B6-867C-D4F3-B389D2B02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73BFDA-09FF-1835-68E3-D6431B9BCE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853BD4F-9C4E-D429-79B5-37936B1F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C072B3-A9B7-129E-C5D3-457F9F59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C4B8C8-5C2E-C4BA-53BC-ADC51637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35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99A19-BA52-2122-5F53-99F869BAE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2181D98-45A2-606E-E4B3-C90997DA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2BE5E1-D420-3FE4-B20D-829417FB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C7C56A-DB1B-3FFE-845A-4A5879FA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40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B0AF0DF-4074-2D98-BE8B-87FECBC6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9693D32-8839-E352-E66B-7D08BE2A3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66E040-98E1-1F4D-764B-7124143D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08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1EC8B-1BC3-9E85-7620-93EC4210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EBFD24-9348-10B7-16AF-FD6DDD564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37FE59-B064-1D55-C7AC-0838BAC48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BB4FF5-7856-B8C0-7FE3-C7D2F2CB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0E78A1-0799-953A-5EC0-C974B0E7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BE3A59-E6DC-58C6-D58E-C134DDD60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84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914E8-A306-DA73-12E6-47B9F4EB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E9C084-BDFF-89F9-1BB6-6E246022C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EFC7E7-3FA1-667A-6087-36743661D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D20765-EA06-5507-BE23-DC93E4E24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B358CC-8005-79A0-76F8-E03B9531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63FAE2-B3B0-5BD6-84FB-3DCDAD48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819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1FA5D-6B98-5D27-BC4B-857FBD12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26FCCC-7563-CF31-BBAE-61862C40F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56C62F-4D05-992F-8545-45AB3F19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002352-5113-56BC-A5C1-9211EF04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E3E4D3-A448-4C3C-D296-8E4C054C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1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D65BE9-AF6A-000B-7D99-30C3A8F99A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80901B-7A89-09F2-BBEE-BB5C921AC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64240A-56DF-D6B2-6119-2F9BBF40F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D07E85-590F-A8B0-2013-5ABF10653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24E7EA-5785-2337-9844-370BD86D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5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638EF-37FC-E3D8-D0EF-0D4D5023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A5F281-96C1-C98E-384A-FBD77685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16600-91AF-7BC2-A74C-27D8A958B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8B077-BFED-4A47-9718-93AEBF9D603A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EE6BB-FBCA-5100-FAA6-39388AEA9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7ED915-42DD-A9B2-F93A-E1EFA172D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2DB08-6A72-D44C-9DA6-A17F7172BF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3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41552-AAB4-9991-7436-EA07638F6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Цифровой диахронический анализ серии книг о Мэри Поппинс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3D88DA-32D1-6C6B-A7E9-4A8BF29EB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9024" y="4622800"/>
            <a:ext cx="3998976" cy="135432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Мамлеева Аиша, </a:t>
            </a:r>
            <a:r>
              <a:rPr lang="ru-RU" dirty="0" err="1"/>
              <a:t>Ульянычева</a:t>
            </a:r>
            <a:r>
              <a:rPr lang="ru-RU" dirty="0"/>
              <a:t> Варвара, Романова Анна, Златкина Мария, Манаева Татьяна</a:t>
            </a:r>
          </a:p>
        </p:txBody>
      </p:sp>
    </p:spTree>
    <p:extLst>
      <p:ext uri="{BB962C8B-B14F-4D97-AF65-F5344CB8AC3E}">
        <p14:creationId xmlns:p14="http://schemas.microsoft.com/office/powerpoint/2010/main" val="291291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AC7F264-F52F-D09F-B552-692591CFB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64" y="792480"/>
            <a:ext cx="10536936" cy="53844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Цель работы: </a:t>
            </a:r>
            <a:r>
              <a:rPr lang="ru-RU" dirty="0"/>
              <a:t>провести диахронический анализ серии книг </a:t>
            </a:r>
            <a:r>
              <a:rPr lang="ru-RU" dirty="0" err="1"/>
              <a:t>П.Л.Трэверс</a:t>
            </a:r>
            <a:r>
              <a:rPr lang="ru-RU" dirty="0"/>
              <a:t> о Мэри Поппинс и выявить, как меняются стилистические, лексические и тональные характеристики текстов на протяжении всей серии книг.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Исследовательский вопрос: </a:t>
            </a:r>
            <a:r>
              <a:rPr lang="ru-RU" dirty="0"/>
              <a:t>как изменяются синтаксические характеристики (длина предложений, пунктуация), лексическое богатство (TTR), тематическая лексика (TF-IDF) и эмоциональная тональность текстов в хронологическом порядке выхода книг серии?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Гипотеза: </a:t>
            </a:r>
            <a:r>
              <a:rPr lang="ru-RU" dirty="0"/>
              <a:t>с течением времени язык серии усложняется: предложения становятся длиннее, лексика разнообразнее, а тональность — менее однородной.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Источник данных: </a:t>
            </a:r>
            <a:r>
              <a:rPr lang="ru-RU" dirty="0"/>
              <a:t>тексты книг </a:t>
            </a:r>
            <a:r>
              <a:rPr lang="ru-RU" dirty="0" err="1"/>
              <a:t>П.Л.Трэверс</a:t>
            </a:r>
            <a:r>
              <a:rPr lang="ru-RU" dirty="0"/>
              <a:t> о Мэри Поппинс (общественное достояние / тексты предоставлены в рамках учебного корпуса).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971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769AA-401B-9EE5-EEB1-6E66A150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93" y="70650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Синтаксический анализ: длина предложений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A537810-78E3-9EF6-317E-228793165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306" y="1824800"/>
            <a:ext cx="11001387" cy="384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7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71FCF-4413-C2C7-B015-BE9D5360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Лексическое богатство: TTR и MSTTR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3AFD922-7C38-10A4-CAA0-E1DDAC879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1427"/>
            <a:ext cx="10244328" cy="420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8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74248-CA54-C6AF-334B-E1FC771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TF-IDF: ключевые слова каждой книги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258B17A-7433-B0FB-7A50-0410D4E9C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08" y="1353312"/>
            <a:ext cx="11773584" cy="480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058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BD045-6DBC-AFF7-3C19-104F933C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Дельта Берроуза (</a:t>
            </a:r>
            <a:r>
              <a:rPr lang="ru-RU" b="1" dirty="0" err="1"/>
              <a:t>стилометрическое</a:t>
            </a:r>
            <a:r>
              <a:rPr lang="ru-RU" b="1" dirty="0"/>
              <a:t> расстояние)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7F343E3-7614-E85A-B500-48179C5EF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945" y="1106069"/>
            <a:ext cx="6795988" cy="565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9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BE0A6-C375-EBDA-F134-0A0CA7A4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Кривые частотности ключевых слов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9998E3E-9546-DC5E-2FCB-824324321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25088" cy="444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8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8589E-740F-FE42-07FB-04392C22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Облако слов для каждой книги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A14CCF7-56DA-6C0B-6F32-5D0F9927E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878" y="1560577"/>
            <a:ext cx="11388243" cy="448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68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0E996-4BE2-DAB2-A319-F3B06059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Наши выводы: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595A06-0D72-2534-A02B-EBA27AAFB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Подтверждение гипотезы:</a:t>
            </a:r>
            <a:r>
              <a:rPr lang="ru-RU" dirty="0"/>
              <a:t> Цифровой диахронический анализ подтвердил, что на протяжении 54 лет работы над циклом авторский стиль П. Л. Трэверс развивался в сторону усложнения структуры и повышения плотности текста. </a:t>
            </a:r>
          </a:p>
          <a:p>
            <a:r>
              <a:rPr lang="ru-RU" b="1" dirty="0"/>
              <a:t>Усложнение синтаксиса:</a:t>
            </a:r>
            <a:r>
              <a:rPr lang="ru-RU" dirty="0"/>
              <a:t> В поздних книгах (1975–1988 гг.) средняя длина предложений выросла с 9–10 до 11–12 слов, а рост дисперсии доказал, что автор стала чаще сочетать очень короткие фразы с длинными, комплексными конструкциями. </a:t>
            </a:r>
          </a:p>
          <a:p>
            <a:r>
              <a:rPr lang="ru-RU" b="1" dirty="0"/>
              <a:t>Повышение лексической плотности (MSTTR):</a:t>
            </a:r>
            <a:r>
              <a:rPr lang="ru-RU" dirty="0"/>
              <a:t> Несмотря на то, что поздние повести стали значительно короче, концентрация уникальной лексики на каждые 500 слов текста в них выросла (индекс MSTTR поднялся с 0.74 до 0.81). Слог автора стал более емким и менее разбавленным повторами. </a:t>
            </a:r>
          </a:p>
          <a:p>
            <a:r>
              <a:rPr lang="ru-RU" b="1" dirty="0"/>
              <a:t>Стилистические связи (Дельта Берроуза):</a:t>
            </a:r>
            <a:r>
              <a:rPr lang="ru-RU" dirty="0"/>
              <a:t> Ближе всего друг к другу оказались тексты, созданные в один временной период, однако предпоследняя книга (1982 г.) показала неожиданное стилистическое возвращение к языку самой первой повести 1934 года.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18368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336</Words>
  <Application>Microsoft Macintosh PowerPoint</Application>
  <PresentationFormat>Широкоэкранный</PresentationFormat>
  <Paragraphs>20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Цифровой диахронический анализ серии книг о Мэри Поппинс </vt:lpstr>
      <vt:lpstr>Презентация PowerPoint</vt:lpstr>
      <vt:lpstr>Синтаксический анализ: длина предложений </vt:lpstr>
      <vt:lpstr>Лексическое богатство: TTR и MSTTR </vt:lpstr>
      <vt:lpstr>TF-IDF: ключевые слова каждой книги </vt:lpstr>
      <vt:lpstr>Дельта Берроуза (стилометрическое расстояние) </vt:lpstr>
      <vt:lpstr>Кривые частотности ключевых слов </vt:lpstr>
      <vt:lpstr>Облако слов для каждой книги </vt:lpstr>
      <vt:lpstr>Наши выводы: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Matvey Ulyanychev</dc:creator>
  <cp:lastModifiedBy>Matvey Ulyanychev</cp:lastModifiedBy>
  <cp:revision>2</cp:revision>
  <dcterms:created xsi:type="dcterms:W3CDTF">2026-06-26T14:05:37Z</dcterms:created>
  <dcterms:modified xsi:type="dcterms:W3CDTF">2026-06-26T14:34:39Z</dcterms:modified>
</cp:coreProperties>
</file>